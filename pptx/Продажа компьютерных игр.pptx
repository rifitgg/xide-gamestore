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72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58" r:id="rId14"/>
    <p:sldId id="260" r:id="rId15"/>
    <p:sldId id="259" r:id="rId16"/>
    <p:sldId id="261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1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5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1BCD0-43EB-45D6-A52C-AF6D988D51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600" b="1" dirty="0">
                <a:solidFill>
                  <a:srgbClr val="781F19"/>
                </a:solidFill>
              </a:rPr>
              <a:t>Продажа компьютерных игр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C5609F-B69A-413C-955F-B7CE8BC58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Работу выполнили: </a:t>
            </a:r>
            <a:r>
              <a:rPr lang="ru-RU" dirty="0"/>
              <a:t>Зайцев Ярослав, Медведев Семён, Шайтанов Максим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832DF-82A0-4D97-8D94-5689164220E1}"/>
              </a:ext>
            </a:extLst>
          </p:cNvPr>
          <p:cNvSpPr txBox="1"/>
          <p:nvPr/>
        </p:nvSpPr>
        <p:spPr>
          <a:xfrm>
            <a:off x="4268994" y="6488668"/>
            <a:ext cx="412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781F19"/>
                </a:solidFill>
              </a:rPr>
              <a:t>ЧУПО ВШП 2025 </a:t>
            </a:r>
            <a:r>
              <a:rPr lang="en-US" dirty="0">
                <a:solidFill>
                  <a:srgbClr val="781F19"/>
                </a:solidFill>
              </a:rPr>
              <a:t>Code Seasons fall</a:t>
            </a:r>
            <a:endParaRPr lang="ru-RU" dirty="0">
              <a:solidFill>
                <a:srgbClr val="781F19"/>
              </a:solidFill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2E29B0ED-AEAD-464A-8B42-18B7542FE6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528047" cy="252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86C43AC-43DF-4556-B676-C9EE9A07C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0623"/>
            <a:ext cx="8574741" cy="128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03FF0BEE-9CEA-447D-A5DC-7C97EF185440}"/>
              </a:ext>
            </a:extLst>
          </p:cNvPr>
          <p:cNvSpPr/>
          <p:nvPr/>
        </p:nvSpPr>
        <p:spPr>
          <a:xfrm>
            <a:off x="8979408" y="3896879"/>
            <a:ext cx="2292906" cy="2050566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0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458F2-17E4-4F30-B677-32739751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Репозиторий </a:t>
            </a:r>
            <a:r>
              <a:rPr lang="en-US" dirty="0" err="1"/>
              <a:t>github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717946A-099E-4299-BA71-37FC0A18B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525" y="2120900"/>
            <a:ext cx="4051300" cy="4051300"/>
          </a:xfrm>
        </p:spPr>
      </p:pic>
    </p:spTree>
    <p:extLst>
      <p:ext uri="{BB962C8B-B14F-4D97-AF65-F5344CB8AC3E}">
        <p14:creationId xmlns:p14="http://schemas.microsoft.com/office/powerpoint/2010/main" val="190956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16DB6-0DA5-4B14-9E3F-2A9F3894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проекте </a:t>
            </a:r>
            <a:r>
              <a:rPr lang="en-US" dirty="0" err="1"/>
              <a:t>xide</a:t>
            </a:r>
            <a:r>
              <a:rPr lang="en-US" dirty="0"/>
              <a:t> </a:t>
            </a:r>
            <a:r>
              <a:rPr lang="en-US" dirty="0" err="1"/>
              <a:t>gamestore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35FF96-B400-4D5A-8034-B1E41C649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Современный цифровой</a:t>
            </a:r>
            <a:r>
              <a:rPr lang="en-US" sz="3600" dirty="0"/>
              <a:t> </a:t>
            </a:r>
            <a:r>
              <a:rPr lang="ru-RU" sz="3600" dirty="0"/>
              <a:t>магазин-аналог </a:t>
            </a:r>
            <a:r>
              <a:rPr lang="en-US" sz="3600" b="1" dirty="0"/>
              <a:t>Steam</a:t>
            </a:r>
            <a:r>
              <a:rPr lang="ru-RU" sz="3600" dirty="0"/>
              <a:t> или </a:t>
            </a:r>
            <a:r>
              <a:rPr lang="en-US" sz="3600" b="1" dirty="0"/>
              <a:t>Epic Games Store</a:t>
            </a:r>
            <a:endParaRPr lang="ru-RU" sz="3600" b="1" dirty="0"/>
          </a:p>
          <a:p>
            <a:r>
              <a:rPr lang="ru-RU" sz="3600" dirty="0"/>
              <a:t>Проект разработан как полнофункциональная платформа для покупки и управления игровой библиотекой с удобным интерфейсом и надёжным </a:t>
            </a:r>
            <a:r>
              <a:rPr lang="ru-RU" sz="3600" dirty="0" err="1"/>
              <a:t>бекэндом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64556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CE0-5BAA-44F6-98B2-13BD9C82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B9D658-905A-4E01-BE8E-EC11BEFF8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627412-7040-4F68-8585-05BF9AAE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7" y="0"/>
            <a:ext cx="121353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03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4342B-60AD-4D97-B310-6C4331C7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508CD37-B25C-4D24-A2E8-B5C7E5DF1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0239F5-049C-45CC-AA11-60DAF8430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" y="0"/>
            <a:ext cx="12158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6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E1649-0363-4B89-8CB0-79ADFFB7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79EF42-41CF-45B3-9E21-94E9A041A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8A0122-28A0-44B4-A0F9-7A0BAA2A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" y="0"/>
            <a:ext cx="12173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47C82-4AC3-4106-9666-42B70FC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E7D238-1715-4984-994A-497143FF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88C631-52D8-49DC-9884-B39FB329B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" y="0"/>
            <a:ext cx="12152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45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4E04F-6BA1-42AA-A4B2-C7E602D2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4AC9E0-A6E9-44B6-BCE3-83FB42D8B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BB2EFC-5D7F-4202-A093-AC6E98D0F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90"/>
            <a:ext cx="12192000" cy="672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33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3B8A8-DD9B-4769-8436-401940B2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E286E6-B0CD-4788-847E-92DFD3CF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16AB4B-FE88-4F80-81C6-613A57C6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30"/>
            <a:ext cx="12192000" cy="674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8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CD631-A44F-41A7-8180-5DEE37C2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2BB0BF-D8D4-4459-8DE6-8DF097CF6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6E505D-F88F-4533-8C34-203D6CDF0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33"/>
            <a:ext cx="12192000" cy="664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2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F0FF5-6F3C-4D39-97AC-B19DA70D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74792A-18D2-46ED-8730-7B6805FBA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DF9BAF-49B5-49C3-9758-99CA0AB9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13"/>
            <a:ext cx="12192000" cy="66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8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0581E-AF72-4A6D-BD5C-4B75876A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40D24-9223-47ED-898D-B793E806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ECB3BC-8E5E-4C6D-9DB4-33E70F7C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56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42B42-B65F-4E29-A0BC-FF2F65FA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особенности для пользователя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B40D7-571B-4574-9416-E6653684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🎮 Обширный каталог игр с поиском и фильтрацией по категориям</a:t>
            </a:r>
          </a:p>
          <a:p>
            <a:r>
              <a:rPr lang="ru-RU" sz="2400" dirty="0"/>
              <a:t>🛒 Корзина покупок с расчетом общей стоимости</a:t>
            </a:r>
          </a:p>
          <a:p>
            <a:r>
              <a:rPr lang="ru-RU" sz="2400" dirty="0"/>
              <a:t>💳 Система оплаты с выбором способа оплаты (карта, банк, электронные кошельки, работает в демо режиме с фиктивной оплатой)</a:t>
            </a:r>
          </a:p>
          <a:p>
            <a:r>
              <a:rPr lang="ru-RU" sz="2400" dirty="0"/>
              <a:t>📚 Личная библиотека с мгновенным доступом к купленным играм</a:t>
            </a:r>
          </a:p>
          <a:p>
            <a:r>
              <a:rPr lang="ru-RU" sz="2400" dirty="0"/>
              <a:t>👤 Профиль пользователя с историей заказов и детализированными чеками</a:t>
            </a:r>
          </a:p>
          <a:p>
            <a:r>
              <a:rPr lang="ru-RU" sz="2400" dirty="0"/>
              <a:t>🔐 Безопасная аутентификация с токен-системой</a:t>
            </a:r>
          </a:p>
        </p:txBody>
      </p:sp>
    </p:spTree>
    <p:extLst>
      <p:ext uri="{BB962C8B-B14F-4D97-AF65-F5344CB8AC3E}">
        <p14:creationId xmlns:p14="http://schemas.microsoft.com/office/powerpoint/2010/main" val="158024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03C76-A95F-4284-9441-ED1C5908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4A50EE-E0F4-4CF0-91A4-618C495AF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Python</a:t>
            </a:r>
            <a:r>
              <a:rPr lang="ru-RU" sz="2400" dirty="0"/>
              <a:t>+</a:t>
            </a:r>
            <a:r>
              <a:rPr lang="en-US" sz="2400" dirty="0"/>
              <a:t>Django – backend </a:t>
            </a:r>
            <a:r>
              <a:rPr lang="ru-RU" sz="2400" dirty="0"/>
              <a:t>(серверная и административная часть проекта)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SQIite3</a:t>
            </a:r>
            <a:r>
              <a:rPr lang="ru-RU" sz="2400" dirty="0"/>
              <a:t> – хранение данных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Electron</a:t>
            </a:r>
            <a:r>
              <a:rPr lang="ru-RU" sz="2400" dirty="0"/>
              <a:t> – </a:t>
            </a:r>
            <a:r>
              <a:rPr lang="en-US" sz="2400" dirty="0"/>
              <a:t>desktop </a:t>
            </a:r>
            <a:r>
              <a:rPr lang="ru-RU" sz="2400" dirty="0"/>
              <a:t>приложение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JavaScript</a:t>
            </a:r>
            <a:r>
              <a:rPr lang="ru-RU" sz="2400" dirty="0"/>
              <a:t> – </a:t>
            </a:r>
            <a:r>
              <a:rPr lang="en-US" sz="2400" dirty="0" err="1"/>
              <a:t>backend+frontend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HTML+CSS -  </a:t>
            </a:r>
            <a:r>
              <a:rPr lang="ru-RU" sz="2400" dirty="0"/>
              <a:t>разметка и стили</a:t>
            </a:r>
            <a:endParaRPr lang="en-US" sz="2400" dirty="0"/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F77EBC7B-BDB8-4030-9B39-11D10587B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0" y="1984502"/>
            <a:ext cx="760984" cy="76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CD9059C1-88B1-4C53-A510-B8043BCC2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3" y="2121408"/>
            <a:ext cx="487172" cy="48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cture background">
            <a:extLst>
              <a:ext uri="{FF2B5EF4-FFF2-40B4-BE49-F238E27FC236}">
                <a16:creationId xmlns:a16="http://schemas.microsoft.com/office/drawing/2014/main" id="{64D16407-62DC-43A8-8211-F99B27B4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06" y="2980183"/>
            <a:ext cx="487172" cy="48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icture background">
            <a:extLst>
              <a:ext uri="{FF2B5EF4-FFF2-40B4-BE49-F238E27FC236}">
                <a16:creationId xmlns:a16="http://schemas.microsoft.com/office/drawing/2014/main" id="{BE74014D-9FA5-4760-A8C0-A081B75B4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62" y="3811270"/>
            <a:ext cx="487172" cy="48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Picture background">
            <a:extLst>
              <a:ext uri="{FF2B5EF4-FFF2-40B4-BE49-F238E27FC236}">
                <a16:creationId xmlns:a16="http://schemas.microsoft.com/office/drawing/2014/main" id="{BE40973C-04D0-4283-81DD-C2C2BDF55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62" y="4642357"/>
            <a:ext cx="487172" cy="55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8" descr="Picture background">
            <a:extLst>
              <a:ext uri="{FF2B5EF4-FFF2-40B4-BE49-F238E27FC236}">
                <a16:creationId xmlns:a16="http://schemas.microsoft.com/office/drawing/2014/main" id="{B9231790-EB28-477F-95A7-F2EA98AD0D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0" descr="Picture background">
            <a:extLst>
              <a:ext uri="{FF2B5EF4-FFF2-40B4-BE49-F238E27FC236}">
                <a16:creationId xmlns:a16="http://schemas.microsoft.com/office/drawing/2014/main" id="{359E722F-0830-4578-AEF6-D94D18C1AE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70" name="Picture 22" descr="Picture background">
            <a:extLst>
              <a:ext uri="{FF2B5EF4-FFF2-40B4-BE49-F238E27FC236}">
                <a16:creationId xmlns:a16="http://schemas.microsoft.com/office/drawing/2014/main" id="{C15B4E08-E32D-4014-836F-0A317A262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6" y="5538366"/>
            <a:ext cx="465455" cy="46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Picture background">
            <a:extLst>
              <a:ext uri="{FF2B5EF4-FFF2-40B4-BE49-F238E27FC236}">
                <a16:creationId xmlns:a16="http://schemas.microsoft.com/office/drawing/2014/main" id="{DA10B574-7B55-47FD-BF04-9013A8521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72" y="5510108"/>
            <a:ext cx="543687" cy="54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BCAC5B4-8B8E-4648-87DC-655A6F177A90}"/>
              </a:ext>
            </a:extLst>
          </p:cNvPr>
          <p:cNvSpPr/>
          <p:nvPr/>
        </p:nvSpPr>
        <p:spPr>
          <a:xfrm>
            <a:off x="72263" y="2093976"/>
            <a:ext cx="12047474" cy="679768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41C6228E-EC8F-46B5-94EC-DCE137858097}"/>
              </a:ext>
            </a:extLst>
          </p:cNvPr>
          <p:cNvSpPr/>
          <p:nvPr/>
        </p:nvSpPr>
        <p:spPr>
          <a:xfrm>
            <a:off x="72263" y="2865819"/>
            <a:ext cx="12047474" cy="679768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04A12F8-053C-4814-A7D6-0CECA30BC7C9}"/>
              </a:ext>
            </a:extLst>
          </p:cNvPr>
          <p:cNvSpPr/>
          <p:nvPr/>
        </p:nvSpPr>
        <p:spPr>
          <a:xfrm>
            <a:off x="72263" y="3718908"/>
            <a:ext cx="12047474" cy="679768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EA04124-0517-4E32-AF25-022FC5017F8C}"/>
              </a:ext>
            </a:extLst>
          </p:cNvPr>
          <p:cNvSpPr/>
          <p:nvPr/>
        </p:nvSpPr>
        <p:spPr>
          <a:xfrm>
            <a:off x="72263" y="4533606"/>
            <a:ext cx="12047474" cy="679768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FA99600-02BE-4F49-BC7B-229AADB4B52E}"/>
              </a:ext>
            </a:extLst>
          </p:cNvPr>
          <p:cNvSpPr/>
          <p:nvPr/>
        </p:nvSpPr>
        <p:spPr>
          <a:xfrm>
            <a:off x="72263" y="5442067"/>
            <a:ext cx="12047474" cy="679768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108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D8C2B-4A80-4244-ADC6-4FACBB87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Технические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DB577-88F3-45CE-B4CB-AC1262C3D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/>
              <a:t>1. Backend (Django + DRF)</a:t>
            </a:r>
          </a:p>
          <a:p>
            <a:pPr marL="0" indent="0">
              <a:buNone/>
            </a:pPr>
            <a:r>
              <a:rPr lang="en-US" sz="2800" dirty="0"/>
              <a:t>   - REST API </a:t>
            </a:r>
            <a:r>
              <a:rPr lang="ru-RU" sz="2800" dirty="0"/>
              <a:t>для управления играми, заказами, корзиной</a:t>
            </a:r>
          </a:p>
          <a:p>
            <a:pPr marL="0" indent="0">
              <a:buNone/>
            </a:pPr>
            <a:r>
              <a:rPr lang="ru-RU" sz="2800" dirty="0"/>
              <a:t>   - </a:t>
            </a:r>
            <a:r>
              <a:rPr lang="en-US" sz="2800" dirty="0"/>
              <a:t>Token-based </a:t>
            </a:r>
            <a:r>
              <a:rPr lang="ru-RU" sz="2800" dirty="0"/>
              <a:t>аутентификация</a:t>
            </a:r>
          </a:p>
          <a:p>
            <a:pPr marL="0" indent="0">
              <a:buNone/>
            </a:pPr>
            <a:r>
              <a:rPr lang="ru-RU" sz="2800" dirty="0"/>
              <a:t>   - </a:t>
            </a:r>
            <a:r>
              <a:rPr lang="en-US" sz="2800" dirty="0"/>
              <a:t>SQLite </a:t>
            </a:r>
            <a:r>
              <a:rPr lang="ru-RU" sz="2800" dirty="0"/>
              <a:t>БД для хранения данных</a:t>
            </a:r>
          </a:p>
          <a:p>
            <a:pPr marL="0" indent="0">
              <a:buNone/>
            </a:pPr>
            <a:r>
              <a:rPr lang="en-US" sz="2800" dirty="0"/>
              <a:t>2. </a:t>
            </a:r>
            <a:r>
              <a:rPr lang="en-US" sz="2800" b="1" dirty="0"/>
              <a:t>Frontend (Electron + Vanilla JS)</a:t>
            </a:r>
          </a:p>
          <a:p>
            <a:pPr marL="0" indent="0">
              <a:buNone/>
            </a:pPr>
            <a:r>
              <a:rPr lang="en-US" sz="2800" dirty="0"/>
              <a:t>   - </a:t>
            </a:r>
            <a:r>
              <a:rPr lang="ru-RU" sz="2800" dirty="0"/>
              <a:t>Десктопное приложение с нативным интерфейсом</a:t>
            </a:r>
          </a:p>
          <a:p>
            <a:pPr marL="0" indent="0">
              <a:buNone/>
            </a:pPr>
            <a:r>
              <a:rPr lang="ru-RU" sz="2800" dirty="0"/>
              <a:t>   - </a:t>
            </a:r>
            <a:r>
              <a:rPr lang="en-US" sz="2800" dirty="0"/>
              <a:t>SPA </a:t>
            </a:r>
            <a:r>
              <a:rPr lang="ru-RU" sz="2800" dirty="0"/>
              <a:t>архитектура с </a:t>
            </a:r>
            <a:r>
              <a:rPr lang="ru-RU" sz="2800" dirty="0" err="1"/>
              <a:t>роутингом</a:t>
            </a:r>
            <a:r>
              <a:rPr lang="ru-RU" sz="2800" dirty="0"/>
              <a:t> (работает через 1 </a:t>
            </a:r>
            <a:r>
              <a:rPr lang="en-US" sz="2800" dirty="0"/>
              <a:t>HTML </a:t>
            </a:r>
            <a:r>
              <a:rPr lang="ru-RU" sz="2800" dirty="0"/>
              <a:t>страницу)</a:t>
            </a:r>
          </a:p>
          <a:p>
            <a:pPr marL="0" indent="0">
              <a:buNone/>
            </a:pPr>
            <a:r>
              <a:rPr lang="ru-RU" sz="2800" dirty="0"/>
              <a:t>   - Локальное хранение токена (</a:t>
            </a:r>
            <a:r>
              <a:rPr lang="en-US" sz="2800" dirty="0"/>
              <a:t>electron-store)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47630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272CC-F8EC-4EF2-942B-75F20A85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Быстрое руководство по запуску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E68952-35F6-4EB4-B0D8-94D51C6F5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307" y="2417243"/>
            <a:ext cx="10058400" cy="4050792"/>
          </a:xfrm>
        </p:spPr>
        <p:txBody>
          <a:bodyPr>
            <a:normAutofit/>
          </a:bodyPr>
          <a:lstStyle/>
          <a:p>
            <a:r>
              <a:rPr lang="ru-RU" sz="3200" dirty="0"/>
              <a:t> 1. Запустите `</a:t>
            </a:r>
            <a:r>
              <a:rPr lang="en-US" sz="3200" dirty="0"/>
              <a:t>START.bat`</a:t>
            </a:r>
          </a:p>
          <a:p>
            <a:r>
              <a:rPr lang="ru-RU" sz="3200" dirty="0"/>
              <a:t> </a:t>
            </a:r>
            <a:r>
              <a:rPr lang="en-US" sz="3200" dirty="0"/>
              <a:t>2. </a:t>
            </a:r>
            <a:r>
              <a:rPr lang="ru-RU" sz="3200" dirty="0"/>
              <a:t>Дождитесь запуска </a:t>
            </a:r>
            <a:r>
              <a:rPr lang="en-US" sz="3200" dirty="0"/>
              <a:t>Django </a:t>
            </a:r>
            <a:r>
              <a:rPr lang="ru-RU" sz="3200" dirty="0"/>
              <a:t>сервера (появится "</a:t>
            </a:r>
            <a:r>
              <a:rPr lang="en-US" sz="3200" dirty="0"/>
              <a:t>Starting development server...")</a:t>
            </a:r>
          </a:p>
          <a:p>
            <a:r>
              <a:rPr lang="ru-RU" sz="3200" dirty="0"/>
              <a:t> </a:t>
            </a:r>
            <a:r>
              <a:rPr lang="en-US" sz="3200" dirty="0"/>
              <a:t>3. </a:t>
            </a:r>
            <a:r>
              <a:rPr lang="ru-RU" sz="3200" dirty="0"/>
              <a:t>Автоматически откроется </a:t>
            </a:r>
            <a:r>
              <a:rPr lang="en-US" sz="3200" dirty="0"/>
              <a:t>Electron </a:t>
            </a:r>
            <a:r>
              <a:rPr lang="ru-RU" sz="3200" dirty="0"/>
              <a:t>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3874338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177EA-D1F0-44F8-9766-A24FE2C8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1477772"/>
            <a:ext cx="11938000" cy="3902456"/>
          </a:xfrm>
        </p:spPr>
        <p:txBody>
          <a:bodyPr>
            <a:noAutofit/>
          </a:bodyPr>
          <a:lstStyle/>
          <a:p>
            <a:pPr algn="ctr"/>
            <a:r>
              <a:rPr lang="ru-RU" sz="6000" dirty="0"/>
              <a:t>Мы готовы к запуску, перейдём к демонстрации проекта</a:t>
            </a:r>
            <a:br>
              <a:rPr lang="ru-RU" sz="6000" dirty="0"/>
            </a:br>
            <a:br>
              <a:rPr lang="ru-RU" sz="6000" dirty="0"/>
            </a:br>
            <a:r>
              <a:rPr lang="ru-RU" sz="6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3871975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{EFEF194B-360A-474C-8E68-4278BFACA7EC}TF2ec419c9-97c3-4958-b02a-0886397d33afff5e1baa-c5eb14decf20</Template>
  <TotalTime>176</TotalTime>
  <Words>270</Words>
  <Application>Microsoft Office PowerPoint</Application>
  <PresentationFormat>Широкоэкранный</PresentationFormat>
  <Paragraphs>38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Cambria</vt:lpstr>
      <vt:lpstr>Rockwell</vt:lpstr>
      <vt:lpstr>Rockwell Condensed</vt:lpstr>
      <vt:lpstr>Wingdings</vt:lpstr>
      <vt:lpstr>Дерево</vt:lpstr>
      <vt:lpstr>Продажа компьютерных игр</vt:lpstr>
      <vt:lpstr>Репозиторий github</vt:lpstr>
      <vt:lpstr>О проекте xide gamestore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Ключевые особенности для пользователя</vt:lpstr>
      <vt:lpstr>Технический стек</vt:lpstr>
      <vt:lpstr>Технические особенности</vt:lpstr>
      <vt:lpstr>Быстрое руководство по запуску</vt:lpstr>
      <vt:lpstr>Мы готовы к запуску, перейдём к демонстрации проекта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Продажа компьютерных игр</dc:title>
  <dc:creator>Yaroslav Zaicev</dc:creator>
  <cp:lastModifiedBy>Yaroslav Zaicev</cp:lastModifiedBy>
  <cp:revision>12</cp:revision>
  <dcterms:created xsi:type="dcterms:W3CDTF">2025-11-08T03:54:22Z</dcterms:created>
  <dcterms:modified xsi:type="dcterms:W3CDTF">2025-11-14T13:01:12Z</dcterms:modified>
</cp:coreProperties>
</file>